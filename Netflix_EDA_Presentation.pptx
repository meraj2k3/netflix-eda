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0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7A3918-1723-4CA9-8188-0087E8B6A1A2}" v="42" dt="2025-11-11T16:34:19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aj Ahmed" userId="1afcf624e404433a" providerId="LiveId" clId="{A037FA8F-2062-4927-B0FE-8858596D9E79}"/>
    <pc:docChg chg="custSel addSld modSld sldOrd">
      <pc:chgData name="Meraj Ahmed" userId="1afcf624e404433a" providerId="LiveId" clId="{A037FA8F-2062-4927-B0FE-8858596D9E79}" dt="2025-11-11T16:37:39.994" v="726" actId="1076"/>
      <pc:docMkLst>
        <pc:docMk/>
      </pc:docMkLst>
      <pc:sldChg chg="addSp modSp mod">
        <pc:chgData name="Meraj Ahmed" userId="1afcf624e404433a" providerId="LiveId" clId="{A037FA8F-2062-4927-B0FE-8858596D9E79}" dt="2025-11-11T16:18:01.683" v="262" actId="403"/>
        <pc:sldMkLst>
          <pc:docMk/>
          <pc:sldMk cId="0" sldId="256"/>
        </pc:sldMkLst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56"/>
            <ac:spMk id="2" creationId="{00000000-0000-0000-0000-000000000000}"/>
          </ac:spMkLst>
        </pc:spChg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Meraj Ahmed" userId="1afcf624e404433a" providerId="LiveId" clId="{A037FA8F-2062-4927-B0FE-8858596D9E79}" dt="2025-11-11T16:18:01.683" v="262" actId="403"/>
          <ac:spMkLst>
            <pc:docMk/>
            <pc:sldMk cId="0" sldId="256"/>
            <ac:spMk id="6" creationId="{EF0C867B-1FF9-0D07-42CE-FBA17907144B}"/>
          </ac:spMkLst>
        </pc:spChg>
        <pc:picChg chg="add mod">
          <ac:chgData name="Meraj Ahmed" userId="1afcf624e404433a" providerId="LiveId" clId="{A037FA8F-2062-4927-B0FE-8858596D9E79}" dt="2025-11-11T15:36:20.173" v="170" actId="14100"/>
          <ac:picMkLst>
            <pc:docMk/>
            <pc:sldMk cId="0" sldId="256"/>
            <ac:picMk id="5" creationId="{7CC75D63-2CBC-4D70-5950-12BC49AB670A}"/>
          </ac:picMkLst>
        </pc:picChg>
      </pc:sldChg>
      <pc:sldChg chg="addSp delSp modSp mod">
        <pc:chgData name="Meraj Ahmed" userId="1afcf624e404433a" providerId="LiveId" clId="{A037FA8F-2062-4927-B0FE-8858596D9E79}" dt="2025-11-11T16:30:41.846" v="414"/>
        <pc:sldMkLst>
          <pc:docMk/>
          <pc:sldMk cId="0" sldId="257"/>
        </pc:sldMkLst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57"/>
            <ac:spMk id="2" creationId="{00000000-0000-0000-0000-000000000000}"/>
          </ac:spMkLst>
        </pc:spChg>
        <pc:spChg chg="mod">
          <ac:chgData name="Meraj Ahmed" userId="1afcf624e404433a" providerId="LiveId" clId="{A037FA8F-2062-4927-B0FE-8858596D9E79}" dt="2025-11-11T16:19:03.821" v="267" actId="1076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Meraj Ahmed" userId="1afcf624e404433a" providerId="LiveId" clId="{A037FA8F-2062-4927-B0FE-8858596D9E79}" dt="2025-11-11T16:18:28.815" v="264" actId="767"/>
          <ac:spMkLst>
            <pc:docMk/>
            <pc:sldMk cId="0" sldId="257"/>
            <ac:spMk id="6" creationId="{A5EC2884-8B5E-AF78-62C6-2C763FF2E468}"/>
          </ac:spMkLst>
        </pc:spChg>
        <pc:spChg chg="add del mod">
          <ac:chgData name="Meraj Ahmed" userId="1afcf624e404433a" providerId="LiveId" clId="{A037FA8F-2062-4927-B0FE-8858596D9E79}" dt="2025-11-11T16:19:05.504" v="269"/>
          <ac:spMkLst>
            <pc:docMk/>
            <pc:sldMk cId="0" sldId="257"/>
            <ac:spMk id="7" creationId="{A02A83F0-4B26-7A11-1E0A-813B229F5938}"/>
          </ac:spMkLst>
        </pc:spChg>
        <pc:spChg chg="add mod">
          <ac:chgData name="Meraj Ahmed" userId="1afcf624e404433a" providerId="LiveId" clId="{A037FA8F-2062-4927-B0FE-8858596D9E79}" dt="2025-11-11T16:30:41.846" v="414"/>
          <ac:spMkLst>
            <pc:docMk/>
            <pc:sldMk cId="0" sldId="257"/>
            <ac:spMk id="8" creationId="{D2496031-EA5B-5336-F8D6-2A4990229034}"/>
          </ac:spMkLst>
        </pc:spChg>
        <pc:picChg chg="add mod">
          <ac:chgData name="Meraj Ahmed" userId="1afcf624e404433a" providerId="LiveId" clId="{A037FA8F-2062-4927-B0FE-8858596D9E79}" dt="2025-11-11T16:20:58.463" v="288" actId="14100"/>
          <ac:picMkLst>
            <pc:docMk/>
            <pc:sldMk cId="0" sldId="257"/>
            <ac:picMk id="5" creationId="{5C5CD889-53F3-5124-2540-9051D27D3FDB}"/>
          </ac:picMkLst>
        </pc:picChg>
      </pc:sldChg>
      <pc:sldChg chg="addSp modSp mod">
        <pc:chgData name="Meraj Ahmed" userId="1afcf624e404433a" providerId="LiveId" clId="{A037FA8F-2062-4927-B0FE-8858596D9E79}" dt="2025-11-11T16:31:04.477" v="415"/>
        <pc:sldMkLst>
          <pc:docMk/>
          <pc:sldMk cId="0" sldId="258"/>
        </pc:sldMkLst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58"/>
            <ac:spMk id="2" creationId="{00000000-0000-0000-0000-000000000000}"/>
          </ac:spMkLst>
        </pc:spChg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Meraj Ahmed" userId="1afcf624e404433a" providerId="LiveId" clId="{A037FA8F-2062-4927-B0FE-8858596D9E79}" dt="2025-11-11T16:31:04.477" v="415"/>
          <ac:spMkLst>
            <pc:docMk/>
            <pc:sldMk cId="0" sldId="258"/>
            <ac:spMk id="6" creationId="{237346A3-14CB-7907-F1D2-E0E93679B191}"/>
          </ac:spMkLst>
        </pc:spChg>
        <pc:picChg chg="add mod">
          <ac:chgData name="Meraj Ahmed" userId="1afcf624e404433a" providerId="LiveId" clId="{A037FA8F-2062-4927-B0FE-8858596D9E79}" dt="2025-11-11T15:37:48.787" v="186" actId="14100"/>
          <ac:picMkLst>
            <pc:docMk/>
            <pc:sldMk cId="0" sldId="258"/>
            <ac:picMk id="5" creationId="{06696572-C554-E3DB-B009-34DE5474A4E1}"/>
          </ac:picMkLst>
        </pc:picChg>
      </pc:sldChg>
      <pc:sldChg chg="addSp modSp mod">
        <pc:chgData name="Meraj Ahmed" userId="1afcf624e404433a" providerId="LiveId" clId="{A037FA8F-2062-4927-B0FE-8858596D9E79}" dt="2025-11-11T16:32:58.114" v="418"/>
        <pc:sldMkLst>
          <pc:docMk/>
          <pc:sldMk cId="0" sldId="259"/>
        </pc:sldMkLst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59"/>
            <ac:spMk id="2" creationId="{00000000-0000-0000-0000-000000000000}"/>
          </ac:spMkLst>
        </pc:spChg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Meraj Ahmed" userId="1afcf624e404433a" providerId="LiveId" clId="{A037FA8F-2062-4927-B0FE-8858596D9E79}" dt="2025-11-11T16:32:58.114" v="418"/>
          <ac:spMkLst>
            <pc:docMk/>
            <pc:sldMk cId="0" sldId="259"/>
            <ac:spMk id="6" creationId="{B0CF67BC-08F1-2EF7-2F2F-EDFDCB4BBA4D}"/>
          </ac:spMkLst>
        </pc:spChg>
        <pc:picChg chg="add mod">
          <ac:chgData name="Meraj Ahmed" userId="1afcf624e404433a" providerId="LiveId" clId="{A037FA8F-2062-4927-B0FE-8858596D9E79}" dt="2025-11-11T15:39:47.274" v="193" actId="14100"/>
          <ac:picMkLst>
            <pc:docMk/>
            <pc:sldMk cId="0" sldId="259"/>
            <ac:picMk id="5" creationId="{46CCA27C-09CA-DA45-CDE6-4DA52F33C095}"/>
          </ac:picMkLst>
        </pc:picChg>
      </pc:sldChg>
      <pc:sldChg chg="addSp modSp mod">
        <pc:chgData name="Meraj Ahmed" userId="1afcf624e404433a" providerId="LiveId" clId="{A037FA8F-2062-4927-B0FE-8858596D9E79}" dt="2025-11-11T16:32:24.310" v="417"/>
        <pc:sldMkLst>
          <pc:docMk/>
          <pc:sldMk cId="0" sldId="260"/>
        </pc:sldMkLst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60"/>
            <ac:spMk id="2" creationId="{00000000-0000-0000-0000-000000000000}"/>
          </ac:spMkLst>
        </pc:spChg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Meraj Ahmed" userId="1afcf624e404433a" providerId="LiveId" clId="{A037FA8F-2062-4927-B0FE-8858596D9E79}" dt="2025-11-11T16:32:24.310" v="417"/>
          <ac:spMkLst>
            <pc:docMk/>
            <pc:sldMk cId="0" sldId="260"/>
            <ac:spMk id="6" creationId="{47B39025-A32B-CA69-3B23-37020E237F7C}"/>
          </ac:spMkLst>
        </pc:spChg>
        <pc:picChg chg="add mod">
          <ac:chgData name="Meraj Ahmed" userId="1afcf624e404433a" providerId="LiveId" clId="{A037FA8F-2062-4927-B0FE-8858596D9E79}" dt="2025-11-11T16:24:19.558" v="325" actId="14100"/>
          <ac:picMkLst>
            <pc:docMk/>
            <pc:sldMk cId="0" sldId="260"/>
            <ac:picMk id="5" creationId="{1C51C10F-68A3-5D98-0F99-D894B74B7764}"/>
          </ac:picMkLst>
        </pc:picChg>
      </pc:sldChg>
      <pc:sldChg chg="addSp modSp mod">
        <pc:chgData name="Meraj Ahmed" userId="1afcf624e404433a" providerId="LiveId" clId="{A037FA8F-2062-4927-B0FE-8858596D9E79}" dt="2025-11-11T16:37:39.994" v="726" actId="1076"/>
        <pc:sldMkLst>
          <pc:docMk/>
          <pc:sldMk cId="0" sldId="261"/>
        </pc:sldMkLst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61"/>
            <ac:spMk id="2" creationId="{00000000-0000-0000-0000-000000000000}"/>
          </ac:spMkLst>
        </pc:spChg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61"/>
            <ac:spMk id="3" creationId="{00000000-0000-0000-0000-000000000000}"/>
          </ac:spMkLst>
        </pc:spChg>
        <pc:spChg chg="add mod">
          <ac:chgData name="Meraj Ahmed" userId="1afcf624e404433a" providerId="LiveId" clId="{A037FA8F-2062-4927-B0FE-8858596D9E79}" dt="2025-11-11T16:37:39.994" v="726" actId="1076"/>
          <ac:spMkLst>
            <pc:docMk/>
            <pc:sldMk cId="0" sldId="261"/>
            <ac:spMk id="6" creationId="{77DC57BD-FA62-CB41-10F1-05834C40AD53}"/>
          </ac:spMkLst>
        </pc:spChg>
        <pc:picChg chg="add mod">
          <ac:chgData name="Meraj Ahmed" userId="1afcf624e404433a" providerId="LiveId" clId="{A037FA8F-2062-4927-B0FE-8858596D9E79}" dt="2025-11-11T15:42:35.537" v="225" actId="14100"/>
          <ac:picMkLst>
            <pc:docMk/>
            <pc:sldMk cId="0" sldId="261"/>
            <ac:picMk id="5" creationId="{2FF3BC48-3DDA-574A-93C7-AA3FE1555D2A}"/>
          </ac:picMkLst>
        </pc:picChg>
      </pc:sldChg>
      <pc:sldChg chg="addSp modSp mod">
        <pc:chgData name="Meraj Ahmed" userId="1afcf624e404433a" providerId="LiveId" clId="{A037FA8F-2062-4927-B0FE-8858596D9E79}" dt="2025-11-11T16:37:31.206" v="725" actId="1076"/>
        <pc:sldMkLst>
          <pc:docMk/>
          <pc:sldMk cId="0" sldId="262"/>
        </pc:sldMkLst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62"/>
            <ac:spMk id="2" creationId="{00000000-0000-0000-0000-000000000000}"/>
          </ac:spMkLst>
        </pc:spChg>
        <pc:spChg chg="mod">
          <ac:chgData name="Meraj Ahmed" userId="1afcf624e404433a" providerId="LiveId" clId="{A037FA8F-2062-4927-B0FE-8858596D9E79}" dt="2025-11-10T17:31:05.215" v="149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Meraj Ahmed" userId="1afcf624e404433a" providerId="LiveId" clId="{A037FA8F-2062-4927-B0FE-8858596D9E79}" dt="2025-11-11T16:37:31.206" v="725" actId="1076"/>
          <ac:spMkLst>
            <pc:docMk/>
            <pc:sldMk cId="0" sldId="262"/>
            <ac:spMk id="6" creationId="{22D931E2-3241-7D2A-E498-B5986B5F0174}"/>
          </ac:spMkLst>
        </pc:spChg>
        <pc:picChg chg="add mod">
          <ac:chgData name="Meraj Ahmed" userId="1afcf624e404433a" providerId="LiveId" clId="{A037FA8F-2062-4927-B0FE-8858596D9E79}" dt="2025-11-11T15:42:28.459" v="224" actId="14100"/>
          <ac:picMkLst>
            <pc:docMk/>
            <pc:sldMk cId="0" sldId="262"/>
            <ac:picMk id="5" creationId="{266CB3D7-183F-76B8-F90C-42E77ACB1D0B}"/>
          </ac:picMkLst>
        </pc:picChg>
      </pc:sldChg>
      <pc:sldChg chg="modSp new mod ord">
        <pc:chgData name="Meraj Ahmed" userId="1afcf624e404433a" providerId="LiveId" clId="{A037FA8F-2062-4927-B0FE-8858596D9E79}" dt="2025-11-10T17:31:05.356" v="150" actId="27636"/>
        <pc:sldMkLst>
          <pc:docMk/>
          <pc:sldMk cId="1813164128" sldId="263"/>
        </pc:sldMkLst>
        <pc:spChg chg="mod">
          <ac:chgData name="Meraj Ahmed" userId="1afcf624e404433a" providerId="LiveId" clId="{A037FA8F-2062-4927-B0FE-8858596D9E79}" dt="2025-11-10T17:31:05.356" v="150" actId="27636"/>
          <ac:spMkLst>
            <pc:docMk/>
            <pc:sldMk cId="1813164128" sldId="263"/>
            <ac:spMk id="2" creationId="{85246CC6-5531-4B0B-F023-B13E257F4FC0}"/>
          </ac:spMkLst>
        </pc:spChg>
        <pc:spChg chg="mod">
          <ac:chgData name="Meraj Ahmed" userId="1afcf624e404433a" providerId="LiveId" clId="{A037FA8F-2062-4927-B0FE-8858596D9E79}" dt="2025-11-10T17:31:05.215" v="149"/>
          <ac:spMkLst>
            <pc:docMk/>
            <pc:sldMk cId="1813164128" sldId="263"/>
            <ac:spMk id="3" creationId="{12740230-253C-7ED6-27EF-9E7721D52E2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758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77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7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18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332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82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7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40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457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65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5954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764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340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880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585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0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581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6CC6-5531-4B0B-F023-B13E257F4F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EDA on Netflix Movies and TV Shows Dataset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740230-253C-7ED6-27EF-9E7721D52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Uncovering content trends in Movies and TV Shows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3164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Missing Data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This slide visualizes missing data in the Netflix dataset using a heatmap. Space below for plot and corresponding code.</a:t>
            </a:r>
          </a:p>
          <a:p>
            <a:endParaRPr sz="1800" dirty="0"/>
          </a:p>
          <a:p>
            <a:r>
              <a:rPr sz="1800" dirty="0"/>
              <a:t>[Space for Plot]</a:t>
            </a:r>
          </a:p>
          <a:p>
            <a:endParaRPr sz="1800" dirty="0"/>
          </a:p>
          <a:p>
            <a:r>
              <a:rPr sz="1800" dirty="0"/>
              <a:t>[Space for Corresponding Code]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C75D63-2CBC-4D70-5950-12BC49AB67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332" y="2955421"/>
            <a:ext cx="4699926" cy="32431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0C867B-1FF9-0D07-42CE-FBA17907144B}"/>
              </a:ext>
            </a:extLst>
          </p:cNvPr>
          <p:cNvSpPr txBox="1"/>
          <p:nvPr/>
        </p:nvSpPr>
        <p:spPr>
          <a:xfrm>
            <a:off x="5624052" y="3048000"/>
            <a:ext cx="29596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Code:</a:t>
            </a:r>
          </a:p>
          <a:p>
            <a:endParaRPr lang="en-US" dirty="0"/>
          </a:p>
          <a:p>
            <a:r>
              <a:rPr lang="en-IN" dirty="0" err="1"/>
              <a:t>plt.figure</a:t>
            </a:r>
            <a:r>
              <a:rPr lang="en-IN" dirty="0"/>
              <a:t>(</a:t>
            </a:r>
            <a:r>
              <a:rPr lang="en-IN" dirty="0" err="1"/>
              <a:t>figsize</a:t>
            </a:r>
            <a:r>
              <a:rPr lang="en-IN" dirty="0"/>
              <a:t>=(10,6))</a:t>
            </a:r>
          </a:p>
          <a:p>
            <a:r>
              <a:rPr lang="en-IN" dirty="0" err="1"/>
              <a:t>sns.heatmap</a:t>
            </a:r>
            <a:r>
              <a:rPr lang="en-IN" dirty="0"/>
              <a:t>(</a:t>
            </a:r>
            <a:r>
              <a:rPr lang="en-IN" dirty="0" err="1"/>
              <a:t>df.isnull</a:t>
            </a:r>
            <a:r>
              <a:rPr lang="en-IN" dirty="0"/>
              <a:t>(),</a:t>
            </a:r>
            <a:r>
              <a:rPr lang="en-IN" dirty="0" err="1"/>
              <a:t>cmap</a:t>
            </a:r>
            <a:r>
              <a:rPr lang="en-IN" dirty="0"/>
              <a:t>='</a:t>
            </a:r>
            <a:r>
              <a:rPr lang="en-IN" dirty="0" err="1"/>
              <a:t>viridis</a:t>
            </a:r>
            <a:r>
              <a:rPr lang="en-IN" dirty="0"/>
              <a:t>')</a:t>
            </a:r>
          </a:p>
          <a:p>
            <a:r>
              <a:rPr lang="en-IN" dirty="0" err="1"/>
              <a:t>plt.title</a:t>
            </a:r>
            <a:r>
              <a:rPr lang="en-IN" dirty="0"/>
              <a:t>('Missing Data Heatmap')</a:t>
            </a:r>
          </a:p>
          <a:p>
            <a:r>
              <a:rPr lang="en-IN" dirty="0" err="1"/>
              <a:t>plt.show</a:t>
            </a:r>
            <a:r>
              <a:rPr lang="en-IN" dirty="0"/>
              <a:t>()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Movies vs TV Shows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588" y="2130395"/>
            <a:ext cx="6231194" cy="3599316"/>
          </a:xfrm>
        </p:spPr>
        <p:txBody>
          <a:bodyPr>
            <a:normAutofit/>
          </a:bodyPr>
          <a:lstStyle/>
          <a:p>
            <a:r>
              <a:rPr sz="1800" dirty="0"/>
              <a:t>This slide shows the count of total movies and TV shows on Netflix. Space below for plot and corresponding code.</a:t>
            </a:r>
          </a:p>
          <a:p>
            <a:endParaRPr sz="1800" dirty="0"/>
          </a:p>
          <a:p>
            <a:r>
              <a:rPr sz="1800" dirty="0"/>
              <a:t>[Space for Plot]</a:t>
            </a:r>
          </a:p>
          <a:p>
            <a:endParaRPr sz="1800" dirty="0"/>
          </a:p>
          <a:p>
            <a:r>
              <a:rPr sz="1800" dirty="0"/>
              <a:t>[Space for Corresponding Code]</a:t>
            </a:r>
          </a:p>
        </p:txBody>
      </p:sp>
      <p:pic>
        <p:nvPicPr>
          <p:cNvPr id="5" name="Picture 4" descr="A graph of a distribution&#10;&#10;AI-generated content may be incorrect.">
            <a:extLst>
              <a:ext uri="{FF2B5EF4-FFF2-40B4-BE49-F238E27FC236}">
                <a16:creationId xmlns:a16="http://schemas.microsoft.com/office/drawing/2014/main" id="{5C5CD889-53F3-5124-2540-9051D27D3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28" y="2970348"/>
            <a:ext cx="4549718" cy="35993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496031-EA5B-5336-F8D6-2A4990229034}"/>
              </a:ext>
            </a:extLst>
          </p:cNvPr>
          <p:cNvSpPr txBox="1"/>
          <p:nvPr/>
        </p:nvSpPr>
        <p:spPr>
          <a:xfrm>
            <a:off x="5348748" y="2970348"/>
            <a:ext cx="34486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insight:</a:t>
            </a:r>
          </a:p>
          <a:p>
            <a:endParaRPr lang="en-US" dirty="0"/>
          </a:p>
          <a:p>
            <a:r>
              <a:rPr lang="en-US" b="1" dirty="0"/>
              <a:t>Movies dominate over TV Shows on Netflix.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Release Years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This slide displays the distribution of content release years. Space below for plot and corresponding code.</a:t>
            </a:r>
          </a:p>
          <a:p>
            <a:endParaRPr sz="1800" dirty="0"/>
          </a:p>
          <a:p>
            <a:r>
              <a:rPr sz="1800" dirty="0"/>
              <a:t>[Space for Plot]</a:t>
            </a:r>
          </a:p>
          <a:p>
            <a:endParaRPr sz="1800" dirty="0"/>
          </a:p>
          <a:p>
            <a:r>
              <a:rPr sz="1800" dirty="0"/>
              <a:t>[Space for Corresponding Code]</a:t>
            </a:r>
          </a:p>
        </p:txBody>
      </p:sp>
      <p:pic>
        <p:nvPicPr>
          <p:cNvPr id="5" name="Picture 4" descr="A graph of a distribution of content release&#10;&#10;AI-generated content may be incorrect.">
            <a:extLst>
              <a:ext uri="{FF2B5EF4-FFF2-40B4-BE49-F238E27FC236}">
                <a16:creationId xmlns:a16="http://schemas.microsoft.com/office/drawing/2014/main" id="{06696572-C554-E3DB-B009-34DE5474A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44" y="2930013"/>
            <a:ext cx="5031524" cy="35088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7346A3-14CB-7907-F1D2-E0E93679B191}"/>
              </a:ext>
            </a:extLst>
          </p:cNvPr>
          <p:cNvSpPr txBox="1"/>
          <p:nvPr/>
        </p:nvSpPr>
        <p:spPr>
          <a:xfrm>
            <a:off x="5564924" y="2930013"/>
            <a:ext cx="31340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insight:</a:t>
            </a:r>
          </a:p>
          <a:p>
            <a:endParaRPr lang="en-US" dirty="0"/>
          </a:p>
          <a:p>
            <a:r>
              <a:rPr lang="en-US" b="1" dirty="0"/>
              <a:t>Content additions increased sharply after 2015.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Ratings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This slide visualizes the distribution of ratings. Space below for plot and corresponding code.</a:t>
            </a:r>
          </a:p>
          <a:p>
            <a:endParaRPr sz="1800" dirty="0"/>
          </a:p>
          <a:p>
            <a:r>
              <a:rPr sz="1800" dirty="0"/>
              <a:t>[Space for Plot]</a:t>
            </a:r>
          </a:p>
          <a:p>
            <a:endParaRPr sz="1800" dirty="0"/>
          </a:p>
          <a:p>
            <a:r>
              <a:rPr sz="1800" dirty="0"/>
              <a:t>[Space for Corresponding Code]</a:t>
            </a:r>
          </a:p>
        </p:txBody>
      </p:sp>
      <p:pic>
        <p:nvPicPr>
          <p:cNvPr id="5" name="Picture 4" descr="A graph with blue bars&#10;&#10;AI-generated content may be incorrect.">
            <a:extLst>
              <a:ext uri="{FF2B5EF4-FFF2-40B4-BE49-F238E27FC236}">
                <a16:creationId xmlns:a16="http://schemas.microsoft.com/office/drawing/2014/main" id="{46CCA27C-09CA-DA45-CDE6-4DA52F33C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38" y="3017816"/>
            <a:ext cx="4964593" cy="34210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CF67BC-08F1-2EF7-2F2F-EDFDCB4BBA4D}"/>
              </a:ext>
            </a:extLst>
          </p:cNvPr>
          <p:cNvSpPr txBox="1"/>
          <p:nvPr/>
        </p:nvSpPr>
        <p:spPr>
          <a:xfrm>
            <a:off x="5594555" y="3017816"/>
            <a:ext cx="30160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insight:</a:t>
            </a:r>
          </a:p>
          <a:p>
            <a:endParaRPr lang="en-US" dirty="0"/>
          </a:p>
          <a:p>
            <a:r>
              <a:rPr lang="en-US" b="1" dirty="0"/>
              <a:t>Most content is rated for mature or teen audiences (TV-MA, TV-14).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15 Genres on Netflix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This slide shows the top 15 genres available on Netflix. Space below for plot and corresponding code.</a:t>
            </a:r>
          </a:p>
          <a:p>
            <a:endParaRPr sz="1800" dirty="0"/>
          </a:p>
          <a:p>
            <a:r>
              <a:rPr sz="1800" dirty="0"/>
              <a:t>[Space for Plot]</a:t>
            </a:r>
          </a:p>
          <a:p>
            <a:endParaRPr sz="1800" dirty="0"/>
          </a:p>
          <a:p>
            <a:r>
              <a:rPr sz="1800" dirty="0"/>
              <a:t>[Space for Corresponding Code]</a:t>
            </a:r>
          </a:p>
        </p:txBody>
      </p:sp>
      <p:pic>
        <p:nvPicPr>
          <p:cNvPr id="5" name="Picture 4" descr="A graph showing the number of titles&#10;&#10;AI-generated content may be incorrect.">
            <a:extLst>
              <a:ext uri="{FF2B5EF4-FFF2-40B4-BE49-F238E27FC236}">
                <a16:creationId xmlns:a16="http://schemas.microsoft.com/office/drawing/2014/main" id="{1C51C10F-68A3-5D98-0F99-D894B74B7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40" y="2956305"/>
            <a:ext cx="5053084" cy="3605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B39025-A32B-CA69-3B23-37020E237F7C}"/>
              </a:ext>
            </a:extLst>
          </p:cNvPr>
          <p:cNvSpPr txBox="1"/>
          <p:nvPr/>
        </p:nvSpPr>
        <p:spPr>
          <a:xfrm>
            <a:off x="5879689" y="2956305"/>
            <a:ext cx="27309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insight:</a:t>
            </a:r>
          </a:p>
          <a:p>
            <a:endParaRPr lang="en-US" dirty="0"/>
          </a:p>
          <a:p>
            <a:r>
              <a:rPr lang="en-US" b="1" dirty="0"/>
              <a:t>Drama, Comedy, and Documentaries are the most popular genres.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Countries by Number of Titles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This slide presents the top 10 countries contributing titles on Netflix. Space below for plot and corresponding code.</a:t>
            </a:r>
          </a:p>
          <a:p>
            <a:endParaRPr sz="1800" dirty="0"/>
          </a:p>
          <a:p>
            <a:r>
              <a:rPr sz="1800" dirty="0"/>
              <a:t>[Space for Plot]</a:t>
            </a:r>
          </a:p>
          <a:p>
            <a:endParaRPr sz="1800" dirty="0"/>
          </a:p>
          <a:p>
            <a:r>
              <a:rPr sz="1800" dirty="0"/>
              <a:t>[Space for Corresponding Code]</a:t>
            </a:r>
          </a:p>
        </p:txBody>
      </p:sp>
      <p:pic>
        <p:nvPicPr>
          <p:cNvPr id="5" name="Picture 4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2FF3BC48-3DDA-574A-93C7-AA3FE1555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1" y="3060063"/>
            <a:ext cx="4975122" cy="3378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DC57BD-FA62-CB41-10F1-05834C40AD53}"/>
              </a:ext>
            </a:extLst>
          </p:cNvPr>
          <p:cNvSpPr txBox="1"/>
          <p:nvPr/>
        </p:nvSpPr>
        <p:spPr>
          <a:xfrm>
            <a:off x="5690311" y="3042629"/>
            <a:ext cx="26821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insight:</a:t>
            </a:r>
          </a:p>
          <a:p>
            <a:endParaRPr lang="en-US" dirty="0"/>
          </a:p>
          <a:p>
            <a:r>
              <a:rPr lang="en-US" b="1" dirty="0"/>
              <a:t>The United States and India are top contributors to Netflix content.</a:t>
            </a: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Countries Content 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/>
              <a:t>This slide shows the top 5 countries’ share of Netflix content using a pie chart. Space below for plot and corresponding code.</a:t>
            </a:r>
          </a:p>
          <a:p>
            <a:endParaRPr sz="1800" dirty="0"/>
          </a:p>
          <a:p>
            <a:r>
              <a:rPr sz="1800" dirty="0"/>
              <a:t>[Space for Plot]</a:t>
            </a:r>
          </a:p>
          <a:p>
            <a:endParaRPr sz="1800" dirty="0"/>
          </a:p>
          <a:p>
            <a:r>
              <a:rPr sz="1800" dirty="0"/>
              <a:t>[Space for Corresponding Code]</a:t>
            </a:r>
          </a:p>
        </p:txBody>
      </p:sp>
      <p:pic>
        <p:nvPicPr>
          <p:cNvPr id="5" name="Picture 4" descr="A pie chart with text and numbers&#10;&#10;AI-generated content may be incorrect.">
            <a:extLst>
              <a:ext uri="{FF2B5EF4-FFF2-40B4-BE49-F238E27FC236}">
                <a16:creationId xmlns:a16="http://schemas.microsoft.com/office/drawing/2014/main" id="{266CB3D7-183F-76B8-F90C-42E77ACB1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39" y="3175819"/>
            <a:ext cx="4531974" cy="34806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D931E2-3241-7D2A-E498-B5986B5F0174}"/>
              </a:ext>
            </a:extLst>
          </p:cNvPr>
          <p:cNvSpPr txBox="1"/>
          <p:nvPr/>
        </p:nvSpPr>
        <p:spPr>
          <a:xfrm>
            <a:off x="5427407" y="3175819"/>
            <a:ext cx="28882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 insight:</a:t>
            </a:r>
          </a:p>
          <a:p>
            <a:endParaRPr lang="en-US" dirty="0"/>
          </a:p>
          <a:p>
            <a:r>
              <a:rPr lang="en-US" dirty="0"/>
              <a:t>The USA has the top-most content share on Netflix, while India follows USA as having the second-most content share on Netflix.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1446</TotalTime>
  <Words>394</Words>
  <Application>Microsoft Office PowerPoint</Application>
  <PresentationFormat>On-screen Show (4:3)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Trebuchet MS</vt:lpstr>
      <vt:lpstr>Berlin</vt:lpstr>
      <vt:lpstr>EDA on Netflix Movies and TV Shows Dataset</vt:lpstr>
      <vt:lpstr>Missing Data Heatmap</vt:lpstr>
      <vt:lpstr>Movies vs TV Shows Distribution</vt:lpstr>
      <vt:lpstr>Content Release Years Distribution</vt:lpstr>
      <vt:lpstr>Content Ratings Distribution</vt:lpstr>
      <vt:lpstr>Top 15 Genres on Netflix</vt:lpstr>
      <vt:lpstr>Top 10 Countries by Number of Titles</vt:lpstr>
      <vt:lpstr>Top 5 Countries Content Share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Meraj Ahmed</cp:lastModifiedBy>
  <cp:revision>1</cp:revision>
  <dcterms:created xsi:type="dcterms:W3CDTF">2013-01-27T09:14:16Z</dcterms:created>
  <dcterms:modified xsi:type="dcterms:W3CDTF">2025-11-11T16:37:40Z</dcterms:modified>
  <cp:category/>
</cp:coreProperties>
</file>